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68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030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Relationships – Neighbors, Connectivity, Paths, and Distance Measures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690372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17320"/>
            <a:ext cx="653796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</a:t>
            </a:r>
            <a:endParaRPr lang="en-US" sz="15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is modeled as a discrete function f(x,y) sampled on an integer grid ℤ². Each coordinate is a sensor element; each value is a quantized brightness.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Words: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space (ℝ²) has no built-in “next to.” Digital grids need explicit, combinatorial rules for which pixels count as neighbors — and how far apart two pixels really are.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tracing, region segmentation, morphological filtering, and distance transforms all rest on how a pixel relates to its spatial neighbors.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rules wrong and: filters leak through corners, connected-component labeling fragments one object into many, contour tracing loops forever, and distance maps come out distorted.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4800600"/>
            <a:ext cx="6537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Seminar Is Built Around Four Pillars: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5138928"/>
            <a:ext cx="1325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5138928"/>
            <a:ext cx="1325880" cy="868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Neighbors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011680" y="5573268"/>
            <a:ext cx="128016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04288" y="5138928"/>
            <a:ext cx="1325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04288" y="5138928"/>
            <a:ext cx="1325880" cy="868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Connectivity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0" y="5573268"/>
            <a:ext cx="128016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950208" y="5138928"/>
            <a:ext cx="1325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0208" y="5138928"/>
            <a:ext cx="1325880" cy="868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Paths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03520" y="5573268"/>
            <a:ext cx="128016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596128" y="5138928"/>
            <a:ext cx="1325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96128" y="5138928"/>
            <a:ext cx="1325880" cy="868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Distance Measures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35240" y="1417320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1417320"/>
            <a:ext cx="1170432" cy="11704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860536" y="1417320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0536" y="1417320"/>
            <a:ext cx="1170432" cy="11704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085832" y="1417320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85832" y="1417320"/>
            <a:ext cx="1170432" cy="11704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35240" y="2642616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35240" y="2642616"/>
            <a:ext cx="1170432" cy="11704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860536" y="2642616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0536" y="2642616"/>
            <a:ext cx="1170432" cy="11704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p(x,y)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10085832" y="2642616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85832" y="2642616"/>
            <a:ext cx="1170432" cy="11704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635240" y="3867912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35240" y="3867912"/>
            <a:ext cx="1170432" cy="11704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860536" y="3867912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60536" y="3867912"/>
            <a:ext cx="1170432" cy="11704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085832" y="3867912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85832" y="3867912"/>
            <a:ext cx="1170432" cy="11704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543800" y="5138928"/>
            <a:ext cx="3803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1: The eight neighbors of pixel p(x,y) on the grid</a:t>
            </a:r>
            <a:endParaRPr lang="en-US" sz="10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4-neighbors: N, S, E, W   •   Diagonal neighbors: NE, NW, SE, SW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Neighborhood Geometry on the Pixel Grid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1457432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88720"/>
            <a:ext cx="6263640" cy="5349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Definitions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4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(p) = the 4 orthogonal neighbors at unit distance: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(x+1,y), (x−1,y), (x,y+1), (x,y−1) }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4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(p) = the 4 diagonal (corner) neighbors, √2 away: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(x+1,y+1), (x+1,y−1), (x−1,y+1), (x−1,y−1) }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4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(p) = the union of both sets: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N₈(p) = N₄(p) ∪ Nᴰ(p)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Translation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pixel sits on a uniform square grid. It communicates with 4 compass neighbors (N, S, E, W) and 4 diagonal corner neighbors (NE, NW, SE, SW); together these form the 8-neighborhood.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086600" y="155448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86600" y="1554480"/>
            <a:ext cx="1508760" cy="10972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(x−1,y−1)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0" y="155448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0" y="1554480"/>
            <a:ext cx="1508760" cy="10972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(x,y−1)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87000" y="155448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87000" y="1554480"/>
            <a:ext cx="1508760" cy="10972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(x+1,y−1)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086600" y="274320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2743200"/>
            <a:ext cx="1508760" cy="10972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(x−1,y)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0" y="274320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0" y="2743200"/>
            <a:ext cx="1508760" cy="10972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p(x,y)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287000" y="274320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87000" y="2743200"/>
            <a:ext cx="1508760" cy="10972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(x+1,y)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086600" y="393192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3931920"/>
            <a:ext cx="1508760" cy="10972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(x−1,y+1)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686800" y="393192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0" y="3931920"/>
            <a:ext cx="1508760" cy="10972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(x,y+1)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0287000" y="393192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87000" y="3931920"/>
            <a:ext cx="1508760" cy="10972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(x+1,y+1)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949440" y="525780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2: Spatial coordinate layout of pixel neighborhoods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Truncation and Image Border Conditions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M×N image with row indices x ∈ [0, M−1] and column indices y ∈ [0, N−1], pixels on the perimeter cannot support a complete neighborhood — if (x±1, y±1) falls outside that range, the point is undefined.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21031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 Location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N₄(p)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Nᴰ(p)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N₈(p)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Interior element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coordinates remain inside the array bounds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(non-corner)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x = 0, the coordinate (x−1, y) is undefined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Corner element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(0,0), only (0,1), (1,0), and (1,1) exist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977640"/>
            <a:ext cx="112471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Extension Strategies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zero-padding — clamp any out-of-range coordinate to zero.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replication — repeat the nearest boundary value.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extension — wrap around the opposite edge (toroidal).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reflection — mirror values back across the boundary.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Criteria and Mixed (m-) Connectivity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630936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5943600" cy="5349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Adjacency Classes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(Let V be the set of intensity values used to define similarity, e.g. V = {1} for binary images.)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4-Adjacency: p and q are 4-adjacent if q ∈ N₄(p) and both values lie in V.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8-Adjacency: p and q are 8-adjacent if q ∈ N₈(p) and both values lie in V.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m-Adjacency: p and q are m-adjacent if (1) q ∈ N₄(p), or (2) q ∈ Nᴰ(p) and N₄(p) ∩ N₄(q) contains no pixel with a value in V.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m-Adjacency?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8-adjacency lets two pixels connect two ways at once — directly across a shared corner, and indirectly through a shared orthogonal neighbor. m-adjacency keeps only one route, removing the ambiguous loop.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49440" y="914400"/>
            <a:ext cx="480060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0" y="1005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35240" y="1463040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1463040"/>
            <a:ext cx="777240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58200" y="1463040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1463040"/>
            <a:ext cx="777240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(q)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281160" y="1463040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463040"/>
            <a:ext cx="777240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35240" y="2167128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2167128"/>
            <a:ext cx="777240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58200" y="2167128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2167128"/>
            <a:ext cx="777240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(p)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281160" y="2167128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2167128"/>
            <a:ext cx="777240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35240" y="2871216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5240" y="2871216"/>
            <a:ext cx="777240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458200" y="2871216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58200" y="2871216"/>
            <a:ext cx="777240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281160" y="2871216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81160" y="2871216"/>
            <a:ext cx="777240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43800" y="359359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binary patch, V = {1}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0" y="4251960"/>
            <a:ext cx="44805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p(1,1) and q(0,1) are 4-adjacent — both values are in V.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and its diagonal neighbor s(0,2) share orthogonal neighbor r=(0,1), which holds a 1.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8-connectivity, p–s connect both directly (diagonal) and via p→q→s — an ambiguous closed loop.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m-connectivity, the diagonal link p–s is dropped; only the path p→q→s remains.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Jordan Curve Paradox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1457432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Rosenfeld's Connectivity Paradox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continuous ℝ², the Jordan Curve Theorem says a simple closed curve always separates the plane into a bounded interior and an unbounded exterior. Applying one connectivity rule uniformly to both foreground and background on a discrete grid breaks this property.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423160"/>
          <a:ext cx="10881360" cy="2331720"/>
        </p:xfrm>
        <a:graphic>
          <a:graphicData uri="http://schemas.openxmlformats.org/drawingml/2006/table">
            <a:tbl>
              <a:tblPr/>
              <a:tblGrid>
                <a:gridCol w="544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8-Connectivity (Diagonal Leakage)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4-Connectivity (Background Split)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8-connected foreground curve forms a closed loop, but an 8-connected background can step diagonally through the same corner gap — interior and exterior merge.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4-connected foreground curve encloses an interior pixel, but the surrounding 4-connected background cannot cross the object's corners — it splits into disconnected pieces.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Failure: the boundary no longer separates interior from exterior.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Failure: one closed object appears to create several background regions.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94360" y="4892040"/>
            <a:ext cx="10881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— Dual Connectivity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opposite rules on foreground and background: (k, k̄) ∈ {(4,8), (8,4)}. A 4-connected boundary is paired with an 8-connected background, or vice-versa.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Alternatively, apply m-connectivity to both sets — it removes the intersecting diagonal paths directly.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Paths, Connected Components, and Two-Pass Labeling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path from p to q is a sequence of distinct, pairwise-adjacent pixels; paths are classified as 4-, 8-, or m-paths depending on the adjacency rule enforced.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pixels in a set S are connected if a path between them lies entirely inside S. All pixels connected to p form one connected component of S.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11247120" cy="23317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Processing Stage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1: Scan &amp; Label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Raster-scan each foreground pixel. If its causal (already-visited) neighbors carry different labels, assign the minimum of them and record the labels as equivalent.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every recorded equivalence using a union-find (disjoint-set) structure, so each label chain reduces to one root label.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2: Remap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each pixel's provisional label with its final resolved root label, producing the finished component map.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709160"/>
            <a:ext cx="11247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Suzuki–Abe Border Following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labeling dense interiors, this algorithm scans line by line and, on each unvisited 0→1 (outer) or 1→0 (hole) transition, walks the boundary contour back to its start — directly producing a hierarchy of nested outer and hole boundaries, with no separate fill step.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Metrics: Euclidean, City-Block, and Chessboard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1457432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6309360" cy="5349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Coordinate Distance Metrics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 D</a:t>
            </a:r>
            <a:r>
              <a:rPr lang="en-US" sz="125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(p,q) = √[(x−s)²+(y−t)²]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straight-line distance. The locus Dₑ ≤ r is a circular disk. Rotationally invariant, but needs a square root.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City-Block  D</a:t>
            </a:r>
            <a:r>
              <a:rPr lang="en-US" sz="125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(p,q) = |x−s| + |y−t|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restricted to 4-neighbor steps. The locus D₄ ≤ r is a diamond (a square rotated 45°).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Chessboard  D</a:t>
            </a:r>
            <a:r>
              <a:rPr lang="en-US" sz="125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(p,q) = max(|x−s|, |y−t|)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neighbor steps cost the same unit. The locus D₈ ≤ r is an axis-aligned square.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0" y="1143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Contours (r = 1)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60920" y="1600200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60920" y="1600200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64424" y="1600200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64424" y="1600200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67928" y="1600200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67928" y="1600200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60920" y="2139696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0920" y="2139696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64424" y="2139696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64424" y="2139696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67928" y="2139696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67928" y="2139696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60920" y="2679192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2679192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64424" y="2679192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64424" y="2679192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67928" y="2679192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67928" y="2679192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78040" y="3273552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City-Block D₄: diamond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281160" y="1600200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81160" y="1600200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884664" y="1600200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84664" y="1600200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488168" y="1600200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88168" y="1600200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281160" y="2139696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81160" y="2139696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884664" y="2139696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84664" y="2139696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488168" y="2139696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488168" y="2139696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281160" y="2679192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81160" y="2679192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884664" y="2679192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84664" y="2679192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0488168" y="2679192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488168" y="2679192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098280" y="3273552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Chessboard D₈: square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315200" y="3520440"/>
            <a:ext cx="4023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grows a circle from p — the closest thing to “true” distance, but costly to compute.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City-Block only credits orthogonal steps, so its unit disk is a diamond.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Chessboard credits diagonal steps equally, so its unit disk is a full square.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Chamfer Approximation and the Non-Metric Mixed Distance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57784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5257800" cy="5349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Chamfer Distance Transform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Euclidean distance needs floating-point square roots across every pixel. Borgefors approximated it with small integer kernels — e.g. the 3-4 mask and the larger 5-7-11 mask.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in two raster passes: a forward pass (top-left → bottom-right) and a backward pass (bottom-right → top-left), each propagating the minimum local distance to the nearest background pixel.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Space Axioms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Non-negativity: D(p,q) ≥ 0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Identity: D(p,q) = 0 ⇔ p = q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Symmetry: D(p,q) = D(q,p)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inequality: D(p,z) ≤ D(p,q) + D(q,z)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2200" y="914400"/>
            <a:ext cx="557784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005840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Dₘ Can Break the Triangle Inequality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55080" y="1508760"/>
            <a:ext cx="52578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active pixels (value 1, V = {1}):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p(0,0),  q(1,1) — diagonal neighbors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r(0,1) — the shared orthogonal neighbor of p and q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z(1,2) — an orthogonal neighbor of q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r = 1 ∈ V, m-connectivity blocks the direct diagonal p–q; the path must detour: p → r → q, so Dₘ(p,q) = 2.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Dₘ(q,z) = 1 directly, so Dₘ(p,q) + Dₘ(q,z) = 3.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 direct route from p to z can be shorter than 3 — because Dₘ depends on neighboring pixel values, not coordinates alone, it does not satisfy the triangle inequality and is not a true metric.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Theory to Practice: Two Production Pipelines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1457432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88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neighborhood, adjacency, and distance rules power very different production vision systems: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91640"/>
          <a:ext cx="10881360" cy="42976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Histopathology Cell Segmentation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Semiconductor Defect Inspection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Otsu thresholding isolates cellular regions from brightfield scans.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Otsu / contrast thresholding isolates conductive circuit traces.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Transform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Borgefors 3-4 Chamfer map; cell centers form local intensity maxima.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Borgefors 5-7-11 Chamfer map (≈ 2% max error) encodes distance from trace edges.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/ Segmentation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Marker-controlled watershed with (8,4) dual connectivity separates touching cells.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m-connectivity thinning extracts a single-pixel-wide medial-axis skeleton.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/ Output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Suzuki–Abe border following + two-pass CCL → labeled, classified cells.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N₈ neighbor-count audit → flags open-circuit breaks and short-circuit bridges.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References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— One Idea Per Pillar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Neighbors:  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grids don't inherit continuous geometry automatically — N₄, Nᴰ, and N₈ give every pixel an explicit, chosen set of neighbors.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Connectivity:  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connectivity, (4,8) or (8,4), preserves the digital Jordan Curve Theorem; m-connectivity removes redundant diagonal paths within a single set.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Paths:  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of pairwise-adjacent pixels define connected components; two-pass labeling with union-find turns that idea into a fast, production-ready algorithm.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Distance Measures:  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Euclidean, City-Block, and Chessboard metrics — and their integer Chamfer approximations — make distance transforms fast enough for real pipelines, from pathology slides to semiconductor wafers.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794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12471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  <a:buSzPct val="100000"/>
            </a:pP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of the Jordan Curve Theorem in Digital Topology — Rosenfeld's connectivity paradox and dual connectivity.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Borgefors, G. — “Digital Distance Geometry: A Survey,” Sadhana, Indian Academy of Sciences.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Suzuki, S. &amp; Abe, K. — “Topological Structural Analysis of Digitized Binary Images by Border Following.”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“Connected-Component Labeling,” Wikipedia — two-pass algorithm and union-find equivalence resolution.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2235</Words>
  <Application>Microsoft Office PowerPoint</Application>
  <PresentationFormat>Widescreen</PresentationFormat>
  <Paragraphs>207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034 Srijan Majumder</cp:lastModifiedBy>
  <cp:revision>2</cp:revision>
  <dcterms:created xsi:type="dcterms:W3CDTF">2026-09-12T05:42:48Z</dcterms:created>
  <dcterms:modified xsi:type="dcterms:W3CDTF">2026-09-12T05:47:31Z</dcterms:modified>
</cp:coreProperties>
</file>