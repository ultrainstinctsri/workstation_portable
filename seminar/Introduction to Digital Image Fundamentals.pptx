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4"/>
    <p:sldMasterId id="2147483715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Newsreader"/>
      <p:regular r:id="rId8"/>
      <p:bold r:id="rId9"/>
      <p:italic r:id="rId10"/>
      <p:boldItalic r:id="rId11"/>
    </p:embeddedFont>
    <p:embeddedFont>
      <p:font typeface="DM Sans Light"/>
      <p:regular r:id="rId12"/>
      <p:bold r:id="rId13"/>
      <p:italic r:id="rId14"/>
      <p:boldItalic r:id="rId15"/>
    </p:embeddedFont>
    <p:embeddedFont>
      <p:font typeface="DM Sans SemiBold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  <p:embeddedFont>
      <p:font typeface="Newsreader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ewsreader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ewsreader-regular.fntdata"/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NewsreaderSemiBold-regular.fntdata"/><Relationship Id="rId23" Type="http://schemas.openxmlformats.org/officeDocument/2006/relationships/font" Target="fonts/DMSans-boldItalic.fntdata"/><Relationship Id="rId26" Type="http://schemas.openxmlformats.org/officeDocument/2006/relationships/font" Target="fonts/NewsreaderSemiBold-italic.fntdata"/><Relationship Id="rId25" Type="http://schemas.openxmlformats.org/officeDocument/2006/relationships/font" Target="fonts/NewsreaderSemiBold-bold.fntdata"/><Relationship Id="rId27" Type="http://schemas.openxmlformats.org/officeDocument/2006/relationships/font" Target="fonts/NewsreaderSemiBold-boldItalic.fntdata"/><Relationship Id="rId11" Type="http://schemas.openxmlformats.org/officeDocument/2006/relationships/font" Target="fonts/Newsreader-boldItalic.fntdata"/><Relationship Id="rId10" Type="http://schemas.openxmlformats.org/officeDocument/2006/relationships/font" Target="fonts/Newsreader-italic.fntdata"/><Relationship Id="rId13" Type="http://schemas.openxmlformats.org/officeDocument/2006/relationships/font" Target="fonts/DMSansLight-bold.fntdata"/><Relationship Id="rId12" Type="http://schemas.openxmlformats.org/officeDocument/2006/relationships/font" Target="fonts/DMSansLight-regular.fntdata"/><Relationship Id="rId15" Type="http://schemas.openxmlformats.org/officeDocument/2006/relationships/font" Target="fonts/DMSansLight-boldItalic.fntdata"/><Relationship Id="rId14" Type="http://schemas.openxmlformats.org/officeDocument/2006/relationships/font" Target="fonts/DMSansLight-italic.fntdata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19" Type="http://schemas.openxmlformats.org/officeDocument/2006/relationships/font" Target="fonts/DMSansSemiBold-boldItalic.fntdata"/><Relationship Id="rId18" Type="http://schemas.openxmlformats.org/officeDocument/2006/relationships/font" Target="fonts/DM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9561a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a9561a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76" name="Google Shape;76;p18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9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2" name="Google Shape;92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8" name="Google Shape;98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21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4" name="Google Shape;114;p22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8" name="Google Shape;118;p22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3" name="Google Shape;123;p23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3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9" name="Google Shape;129;p23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23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3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3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41" name="Google Shape;141;p24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1" name="Google Shape;161;p25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25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6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6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7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7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5" name="Google Shape;185;p27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7" name="Google Shape;187;p27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95" name="Google Shape;195;p28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8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8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9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3" name="Google Shape;203;p29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04" name="Google Shape;204;p29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0" name="Google Shape;210;p30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1" name="Google Shape;211;p30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0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0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4" name="Google Shape;214;p30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0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0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30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5" name="Google Shape;225;p31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6" name="Google Shape;226;p31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31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1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31" name="Google Shape;231;p31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2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3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34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4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5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35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9" name="Google Shape;259;p35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35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6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66" name="Google Shape;266;p36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1" name="Google Shape;271;p37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37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75" name="Google Shape;275;p38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8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9" name="Google Shape;279;p38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8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81" name="Google Shape;281;p38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83" name="Google Shape;283;p39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9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40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40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40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40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40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40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40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8" name="Google Shape;298;p40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9" name="Google Shape;299;p40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40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1" name="Google Shape;301;p40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40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40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40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5" name="Google Shape;305;p40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6" name="Google Shape;306;p40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9" name="Google Shape;309;p41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0" name="Google Shape;310;p41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41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12" name="Google Shape;312;p41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1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6" name="Google Shape;316;p41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7" name="Google Shape;317;p41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8" name="Google Shape;318;p41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9" name="Google Shape;319;p41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2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7" name="Google Shape;327;p43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43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0" name="Google Shape;330;p43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3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3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3" name="Google Shape;333;p43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43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3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43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3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3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43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1" name="Google Shape;341;p43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43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3" name="Google Shape;343;p43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4" name="Google Shape;344;p43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5" name="Google Shape;345;p43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6" name="Google Shape;346;p43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7" name="Google Shape;347;p43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43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3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0" name="Google Shape;350;p43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43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4" name="Google Shape;354;p44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44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6" name="Google Shape;356;p44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4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8" name="Google Shape;358;p44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44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0" name="Google Shape;360;p44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4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2" name="Google Shape;362;p44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3" name="Google Shape;363;p44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4" name="Google Shape;364;p44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6" name="Google Shape;366;p44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44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8" name="Google Shape;368;p44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4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0" name="Google Shape;370;p44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44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2" name="Google Shape;372;p44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44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4" name="Google Shape;374;p44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5" name="Google Shape;375;p44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6" name="Google Shape;376;p44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44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8" name="Google Shape;378;p44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9" name="Google Shape;379;p44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0" name="Google Shape;380;p44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44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2" name="Google Shape;382;p44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3" name="Google Shape;383;p44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4" name="Google Shape;384;p44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4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6" name="Google Shape;386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4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0" name="Google Shape;390;p45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91" name="Google Shape;391;p45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5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3" name="Google Shape;393;p4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45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95" name="Google Shape;395;p45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6" name="Google Shape;396;p45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7" name="Google Shape;397;p45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46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400" name="Google Shape;400;p46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6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46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46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46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46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46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46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46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9" name="Google Shape;409;p4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4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46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4" name="Google Shape;414;p47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47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8" name="Google Shape;418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2" name="Google Shape;432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7" name="Google Shape;437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8" name="Google Shape;438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3" name="Google Shape;443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5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5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5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5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6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6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6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6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6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6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7" name="Google Shape;467;p6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6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6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6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3" name="Google Shape;473;p6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6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5" name="Google Shape;475;p6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7" name="Google Shape;477;p6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8" name="Google Shape;478;p6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6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6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6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6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6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6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4" name="Google Shape;494;p6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7" name="Google Shape;497;p6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9" name="Google Shape;49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6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1" name="Google Shape;501;p6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2" name="Google Shape;502;p6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6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6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6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6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6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6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6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58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48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6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2.xml"/><Relationship Id="rId51" Type="http://schemas.openxmlformats.org/officeDocument/2006/relationships/slideLayout" Target="../slideLayouts/slideLayout64.xml"/><Relationship Id="rId50" Type="http://schemas.openxmlformats.org/officeDocument/2006/relationships/slideLayout" Target="../slideLayouts/slideLayout63.xml"/><Relationship Id="rId53" Type="http://schemas.openxmlformats.org/officeDocument/2006/relationships/slideLayout" Target="../slideLayouts/slideLayout66.xml"/><Relationship Id="rId5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20" name="Google Shape;520;p69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9"/>
          <p:cNvSpPr txBox="1"/>
          <p:nvPr>
            <p:ph type="title"/>
          </p:nvPr>
        </p:nvSpPr>
        <p:spPr>
          <a:xfrm>
            <a:off x="361975" y="1895400"/>
            <a:ext cx="38601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Image Fundamentals</a:t>
            </a:r>
            <a:endParaRPr/>
          </a:p>
        </p:txBody>
      </p:sp>
      <p:sp>
        <p:nvSpPr>
          <p:cNvPr id="522" name="Google Shape;522;p69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Seminar Presentation</a:t>
            </a:r>
            <a:endParaRPr sz="1200"/>
          </a:p>
        </p:txBody>
      </p:sp>
      <p:pic>
        <p:nvPicPr>
          <p:cNvPr id="523" name="Google Shape;523;p69" title="Artificial-Intelligence-and-Machine-Learning-based-Image-Processing-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71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